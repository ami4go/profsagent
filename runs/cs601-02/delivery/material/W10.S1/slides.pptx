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lecture's learning outcomes from the approved course design. Assessed in: LabEval1, Endsem.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Remind students that software factories orchestrate coding agents and produce structured execution traces. These traces are the primary artifact for diagnosing failures in iterative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loop is driven by autonomous agents; each pass generates a trace that can be analyzed for regressions or new failures.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Testing is not a one‑off phase; it runs every iteration. Agents may generate tests from specifications or from observed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Agents can produce diverse test families. Property‑based and contract tests enjoy strong tooling support; mutation and stress tests are harder to automate 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Validation layers complement tests: static analysis catches syntax/type errors, dynamic checks assert contracts, runtime monitors flag unexpected states, and cross‑iteration comparison reveals regressions.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step: collection from the factory, parsing with a schema, filtering for error codes, clustering using similarity metrics, and finally producing a concise failure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five categories cover most observed failures. Emphasize that a single log may contain multiple categories; the analysis goal is to separate them with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step‑by‑step: parse timestamps, filter ERROR/WARN/FAIL lines, map each to a failure category (spec mismatch, config drift, dependency conflict, resource exhaustion). Show how to cite line numbers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work in pairs. Provide a script that implements the five‑step workflow. TAs circulate to help with parsing regex and clustering parameters. Each pair submits a one‑page findings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poll to verify students can map log patterns to failure categories.</a:t>
            </a:r>
          </a:p>
          <a:p/>
          <a:p>
            <a:r>
              <a:t>Answer: A. ERROR SpecParser: missing required field 'timeout'</a:t>
            </a:r>
          </a:p>
          <a:p>
            <a:r>
              <a:t>The SpecParser error shows the agent cannot understand the specification, a classic specification mismatch. The config warning is environment drift, the dependency error is a version conflict, and the memory error is resource exhaustion.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Reinforces the sequential nature of the analysis pipeline.</a:t>
            </a:r>
          </a:p>
          <a:p/>
          <a:p>
            <a:r>
              <a:t>Answer: A. Collect logs → Parse events → Filter errors → Cluster patterns → Summarize causes</a:t>
            </a:r>
          </a:p>
          <a:p>
            <a:r>
              <a:t>The workflow starts with collection, then parsing, filtering, clustering, and finally summarizing. Other orders break dependencies between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automation reduces human latency, versioned traces enable regression comparison, thresholds prevent flaky decisions, and regular review closes the feedback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common tooling stack. Emphasize that structured logs make parsing reliable; visualization helps spot patterns across thousands of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how the five‑step workflow can be a CI job. New failure categories can gate promotions; reports become traceable artifacts for audits.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lecture flow: recap, loop, testing, validation, workflow, failure taxonomy, worked example, hands‑on activity, checks, best practices, tooling, CI integration. Remind students of upcoming lab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CFBF1"/>
                </a:solidFill>
                <a:latin typeface="Calibri"/>
              </a:rPr>
              <a:t>Software Development using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011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4400" b="1">
                <a:solidFill>
                  <a:srgbClr val="CCFBF1"/>
                </a:solidFill>
                <a:latin typeface="Calibri"/>
              </a:rPr>
              <a:t>Testing and validation in iterative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023360"/>
            <a:ext cx="10545775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CCFBF1"/>
                </a:solidFill>
                <a:latin typeface="Calibri"/>
              </a:rPr>
              <a:t>Week 10 · Diagnostic Log Analysis and Software Factories · 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545775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CCFBF1"/>
                </a:solidFill>
                <a:latin typeface="Calibri"/>
              </a:rPr>
              <a:t>Draft generated by ProfsAgent from the course design: review and edit before teaching.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By the end of this lecture you 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Analyze execution traces produced by coding agents during iterative loop engineering tasks, for a supplied log file of at most 2000 lines, identifying at least three distinct failure causes with supporting log evidence (CO3.LO2)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Recap: Software factories &amp; trace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Agents run in automated loops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Execution traces capture every step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Traces enable post‑hoc debugging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Week 9 covered log collection basics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Iterative development loop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909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Plan → Code → Test → Validate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Agents repeat loop until criteria met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Each iteration produces a new trace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Feedback drives next planning step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3495" y="1463040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Plan</a:t>
            </a:r>
          </a:p>
        </p:txBody>
      </p:sp>
      <p:sp>
        <p:nvSpPr>
          <p:cNvPr id="8" name="Down Arrow 7"/>
          <p:cNvSpPr/>
          <p:nvPr/>
        </p:nvSpPr>
        <p:spPr>
          <a:xfrm>
            <a:off x="9026115" y="2103120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3495" y="2395728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Code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026115" y="3035808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83495" y="3328416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Test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026115" y="3968496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83495" y="4261104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Validate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026115" y="4901184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83495" y="5193792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Decide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3495" y="5806440"/>
            <a:ext cx="4959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Core iterative loop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Testing role in each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Unit tests verify new code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Integration tests check component wiring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Regression tests guard prior behavior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Agents can synthesize tests automatically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Test types generated by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909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Property‑based tests for invariants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Mutation tests to assess suite quality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Contract tests for API compliance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Stress tests for performance limits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83495" y="1463040"/>
          <a:ext cx="49595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186"/>
                <a:gridCol w="1653186"/>
                <a:gridCol w="1653188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CFBF1"/>
                          </a:solidFill>
                          <a:latin typeface="Calibri"/>
                        </a:rPr>
                        <a:t>Test type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CFBF1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CFBF1"/>
                          </a:solidFill>
                          <a:latin typeface="Calibri"/>
                        </a:rPr>
                        <a:t>Agent support</a:t>
                      </a:r>
                    </a:p>
                  </a:txBody>
                  <a:tcPr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Property‑based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Invariant checking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Mutation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Suite effectiveness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API conformance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Stress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Performance bounds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Validation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Static analysis before execution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Dynamic checks during runs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Runtime monitors for anomalies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Cross‑iteration result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Trace analysis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76909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Collect raw agent logs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Parse into structured events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Filter error‑related entries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Cluster similar failure patterns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Summarize root causes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83495" y="1463040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Collect logs</a:t>
            </a:r>
          </a:p>
        </p:txBody>
      </p:sp>
      <p:sp>
        <p:nvSpPr>
          <p:cNvPr id="8" name="Down Arrow 7"/>
          <p:cNvSpPr/>
          <p:nvPr/>
        </p:nvSpPr>
        <p:spPr>
          <a:xfrm>
            <a:off x="9026115" y="2103120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83495" y="2395728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Parse events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026115" y="3035808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683495" y="3328416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Filter errors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026115" y="3968496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83495" y="4261104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Cluster patterns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9026115" y="4901184"/>
            <a:ext cx="274320" cy="265176"/>
          </a:xfrm>
          <a:prstGeom prst="downArrow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83495" y="5193792"/>
            <a:ext cx="4959560" cy="612648"/>
          </a:xfrm>
          <a:prstGeom prst="roundRect">
            <a:avLst/>
          </a:prstGeom>
          <a:solidFill>
            <a:srgbClr val="CCFBF1"/>
          </a:solidFill>
          <a:ln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>
                <a:solidFill>
                  <a:srgbClr val="1F2937"/>
                </a:solidFill>
                <a:latin typeface="Calibri"/>
              </a:rPr>
              <a:t>Summarize causes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3495" y="5806440"/>
            <a:ext cx="4959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Five‑step trace analysis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Common failure categories in agent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Specification mismatch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Environment configuration drift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Dependency version conflict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Resource exhaustion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Logical error in generated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08273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Worked example: Identify three failure causes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4255" y="502920"/>
            <a:ext cx="1828800" cy="4572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Worked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4659654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Load sample 200‑line log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Apply workflow steps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Extract evidence for each cause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Document findings with line numbers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4054" y="1463040"/>
            <a:ext cx="6069001" cy="4709160"/>
          </a:xfrm>
          <a:prstGeom prst="roundRect">
            <a:avLst>
              <a:gd name="adj" fmla="val 4000"/>
            </a:avLst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56934" y="1600200"/>
            <a:ext cx="5703241" cy="4434840"/>
          </a:xfrm>
          <a:prstGeom prst="rect">
            <a:avLst/>
          </a:prstGeom>
          <a:noFill/>
        </p:spPr>
        <p:txBody>
          <a:bodyPr wrap="non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onsolas"/>
              </a:rPr>
              <a:t>text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10:02:11] INFO  Agent started iteration 3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10:02:12] ERROR SpecParser: missing required field 'timeout'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10:02:13] WARN  ConfigLoader: env VAR_API_KEY not set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10:02:14] ERROR DependencyResolver: version conflict libfoo 1.2 vs 2.0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10:02:15] INFO  TestRunner: executing unit suite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10:02:16] FAIL  TestCase.test_auth: AssertionError: expected 200 got 401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10:02:17] ERROR MemoryMonitor: process exceeded 2GB limit</a:t>
            </a:r>
          </a:p>
          <a:p>
            <a:pPr algn="l"/>
            <a:r>
              <a:rPr sz="900" b="0">
                <a:solidFill>
                  <a:srgbClr val="E5E7EB"/>
                </a:solidFill>
                <a:latin typeface="Consolas"/>
              </a:rPr>
              <a:t>[2026-01-15 10:02:18] INFO  Agent aborted iteration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08273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Hands‑on: Analyze a 2000‑line agent log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4255" y="502920"/>
            <a:ext cx="1828800" cy="4572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Open provided log file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Run parser script to extract events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Apply clustering to group errors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Write a short report with three causes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08273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Check: Failure category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4255" y="502920"/>
            <a:ext cx="1828800" cy="4572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963137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Which log line most clearly indicates a specification mismatch?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834640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961513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34640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ERROR SpecParser: missing required field 'timeout'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710178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20" y="3837051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710178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WARN ConfigLoader: env VAR_API_KEY not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585716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17320" y="4712589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585716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ERROR DependencyResolver: version conflict libfoo 1.2 vs 2.0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461254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5588127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61254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000" b="0">
                <a:solidFill>
                  <a:srgbClr val="1F2937"/>
                </a:solidFill>
                <a:latin typeface="Calibri"/>
              </a:rPr>
              <a:t>ERROR MemoryMonitor: process exceeded 2GB limit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08273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Check: Trace analysis step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4255" y="502920"/>
            <a:ext cx="1828800" cy="4572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9631375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>
                <a:solidFill>
                  <a:srgbClr val="1F2937"/>
                </a:solidFill>
                <a:latin typeface="Calibri"/>
              </a:rPr>
              <a:t>What is the correct order of the trace analysis workflow steps?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2834640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17320" y="2961513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834640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Calibri"/>
              </a:rPr>
              <a:t>Collect logs → Parse events → Filter errors → Cluster patterns → Summarize causes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710178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17320" y="3837051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710178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Calibri"/>
              </a:rPr>
              <a:t>Parse events → Collect logs → Filter errors → Summarize causes → Cluster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80160" y="4585716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17320" y="4712589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585716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Calibri"/>
              </a:rPr>
              <a:t>Filter errors → Collect logs → Parse events → Cluster patterns → Summarize causes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80160" y="5461254"/>
            <a:ext cx="9631375" cy="710946"/>
          </a:xfrm>
          <a:prstGeom prst="round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17320" y="5588127"/>
            <a:ext cx="457200" cy="45720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CCFBF1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461254"/>
            <a:ext cx="8625535" cy="710946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900" b="0">
                <a:solidFill>
                  <a:srgbClr val="1F2937"/>
                </a:solidFill>
                <a:latin typeface="Calibri"/>
              </a:rPr>
              <a:t>Collect logs → Filter errors → Parse events → Summarize causes → Cluster patterns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Best practices for iterative testing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Automate test generation each loop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Version‑control trace artifacts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Set clear pass/fail thresholds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Review failure reports before next iteration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Tooling: log parsers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Structured log formats (JSON Lines)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Open‑source parsers: Logstash, Vector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Visualization: Kibana, Grafana dashboards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Custom scripts for domain‑specific clustering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Integrating analysis into CI/CD pipelines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Add trace analysis as a pipeline stage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Fail build on new failure categories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Publish failure reports as artifacts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Trigger automated rollback on critical regressions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08273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Key takeaways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14255" y="502920"/>
            <a:ext cx="1828800" cy="457200"/>
          </a:xfrm>
          <a:prstGeom prst="roundRect">
            <a:avLst/>
          </a:prstGeom>
          <a:solidFill>
            <a:srgbClr val="CCFB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0F766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   ·   Sources: [C1]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9441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Iterative loops produce rich traces for diagnosis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Five‑step workflow isolates failure causes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Three common categories: spec, config, dependencies, resources, logic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Hands‑on log analysis builds practical skill</a:t>
            </a:r>
          </a:p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2400">
                <a:solidFill>
                  <a:srgbClr val="1F2937"/>
                </a:solidFill>
                <a:latin typeface="Calibri"/>
              </a:rPr>
              <a:t>Automation and CI integration close the loop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1480"/>
            <a:ext cx="128016" cy="6858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3000" b="1">
                <a:solidFill>
                  <a:srgbClr val="1F2937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Software Development using AI  ·  W10.S1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7315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608" indent="-292608">
              <a:spcAft>
                <a:spcPts val="1000"/>
              </a:spcAft>
              <a:buClr>
                <a:srgbClr val="0F766E"/>
              </a:buClr>
              <a:buFont typeface="Arial"/>
              <a:buChar char="▪"/>
            </a:pPr>
            <a:r>
              <a:rPr sz="1800">
                <a:solidFill>
                  <a:srgbClr val="1F2937"/>
                </a:solidFill>
                <a:latin typeface="Calibri"/>
              </a:rPr>
              <a:t>[C1] Autonomous Coding Agents for Software Development Testing and Debugging (2026). https://doi.org/10.2139/ssrn.7515638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